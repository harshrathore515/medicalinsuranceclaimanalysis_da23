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Medical </a:t>
            </a:r>
            <a:r>
              <a:rPr dirty="0" smtClean="0"/>
              <a:t>Insurance </a:t>
            </a:r>
            <a:r>
              <a:rPr dirty="0"/>
              <a:t>Claim </a:t>
            </a:r>
            <a:r>
              <a:rPr dirty="0" smtClean="0"/>
              <a:t>Analysis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Healthcare insurance companies process large volumes of claim data.</a:t>
            </a:r>
          </a:p>
          <a:p>
            <a:r>
              <a:rPr dirty="0"/>
              <a:t>Analyzing this data helps identify patterns and manage claim costs.</a:t>
            </a:r>
          </a:p>
          <a:p>
            <a:r>
              <a:rPr dirty="0"/>
              <a:t>Data analytics converts raw claim data into meaningful insights.</a:t>
            </a:r>
          </a:p>
          <a:p>
            <a:r>
              <a:rPr dirty="0"/>
              <a:t>This project uses Python libraries to analyze insurance claim datasets.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Insurance companies need to understand</a:t>
            </a:r>
            <a:r>
              <a:rPr dirty="0" smtClean="0"/>
              <a:t>: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Which patients generate higher claims</a:t>
            </a:r>
          </a:p>
          <a:p>
            <a:pPr marL="0" indent="0">
              <a:buNone/>
            </a:pPr>
            <a:r>
              <a:rPr dirty="0"/>
              <a:t>• Which hospitals produce high claim amounts</a:t>
            </a:r>
          </a:p>
          <a:p>
            <a:pPr marL="0" indent="0">
              <a:buNone/>
            </a:pPr>
            <a:r>
              <a:rPr dirty="0"/>
              <a:t>• How claims change over time</a:t>
            </a:r>
          </a:p>
          <a:p>
            <a:pPr marL="0" indent="0">
              <a:buNone/>
            </a:pPr>
            <a:r>
              <a:rPr dirty="0"/>
              <a:t>• What factors affect the total claim amount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 insurance claim dataset</a:t>
            </a:r>
          </a:p>
          <a:p>
            <a:pPr marL="0" indent="0">
              <a:buNone/>
            </a:pPr>
            <a:r>
              <a:rPr dirty="0"/>
              <a:t>• Clean and preprocess the data</a:t>
            </a:r>
          </a:p>
          <a:p>
            <a:pPr marL="0" indent="0">
              <a:buNone/>
            </a:pPr>
            <a:r>
              <a:rPr dirty="0"/>
              <a:t>• Perform exploratory data analysis (EDA)</a:t>
            </a:r>
          </a:p>
          <a:p>
            <a:pPr marL="0" indent="0">
              <a:buNone/>
            </a:pPr>
            <a:r>
              <a:rPr dirty="0"/>
              <a:t>• Visualize claim trends</a:t>
            </a:r>
          </a:p>
          <a:p>
            <a:pPr marL="0" indent="0">
              <a:buNone/>
            </a:pPr>
            <a:r>
              <a:rPr dirty="0"/>
              <a:t>• Identify factors affecting claim amount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Python Programming </a:t>
            </a:r>
            <a:r>
              <a:rPr dirty="0" smtClean="0"/>
              <a:t>Language</a:t>
            </a:r>
            <a:endParaRPr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dirty="0" smtClean="0"/>
              <a:t>Libraries </a:t>
            </a:r>
            <a:r>
              <a:rPr dirty="0"/>
              <a:t>Used:</a:t>
            </a:r>
          </a:p>
          <a:p>
            <a:pPr algn="just">
              <a:buFont typeface="Wingdings" pitchFamily="2" charset="2"/>
              <a:buChar char="Ø"/>
            </a:pPr>
            <a:r>
              <a:rPr dirty="0" smtClean="0"/>
              <a:t> </a:t>
            </a:r>
            <a:r>
              <a:rPr dirty="0" err="1"/>
              <a:t>NumPy</a:t>
            </a:r>
            <a:r>
              <a:rPr dirty="0"/>
              <a:t> – numerical computations</a:t>
            </a:r>
          </a:p>
          <a:p>
            <a:pPr algn="just">
              <a:buFont typeface="Wingdings" pitchFamily="2" charset="2"/>
              <a:buChar char="Ø"/>
            </a:pPr>
            <a:r>
              <a:rPr dirty="0" smtClean="0"/>
              <a:t> </a:t>
            </a:r>
            <a:r>
              <a:rPr dirty="0"/>
              <a:t>Pandas – data manipulation</a:t>
            </a:r>
          </a:p>
          <a:p>
            <a:pPr algn="just">
              <a:buFont typeface="Wingdings" pitchFamily="2" charset="2"/>
              <a:buChar char="Ø"/>
            </a:pPr>
            <a:r>
              <a:rPr dirty="0" smtClean="0"/>
              <a:t> </a:t>
            </a:r>
            <a:r>
              <a:rPr dirty="0" err="1"/>
              <a:t>Matplotlib</a:t>
            </a:r>
            <a:r>
              <a:rPr dirty="0"/>
              <a:t> – data visualization</a:t>
            </a:r>
          </a:p>
          <a:p>
            <a:pPr algn="just">
              <a:buFont typeface="Wingdings" pitchFamily="2" charset="2"/>
              <a:buChar char="Ø"/>
            </a:pPr>
            <a:r>
              <a:rPr dirty="0" smtClean="0"/>
              <a:t> </a:t>
            </a:r>
            <a:r>
              <a:rPr dirty="0" err="1"/>
              <a:t>Seaborn</a:t>
            </a:r>
            <a:r>
              <a:rPr dirty="0"/>
              <a:t> – statistical </a:t>
            </a:r>
            <a:r>
              <a:rPr dirty="0" smtClean="0"/>
              <a:t>visualization</a:t>
            </a:r>
            <a:endParaRPr lang="en-US" dirty="0" smtClean="0"/>
          </a:p>
          <a:p>
            <a:pPr marL="0" indent="0">
              <a:buNone/>
            </a:pPr>
            <a:endParaRPr dirty="0"/>
          </a:p>
          <a:p>
            <a:r>
              <a:rPr dirty="0" err="1"/>
              <a:t>Jupyter</a:t>
            </a:r>
            <a:r>
              <a:rPr dirty="0"/>
              <a:t> Notebook used for </a:t>
            </a:r>
            <a:r>
              <a:rPr dirty="0" smtClean="0"/>
              <a:t>implementation</a:t>
            </a:r>
            <a:endParaRPr lang="en-US" dirty="0" smtClean="0"/>
          </a:p>
          <a:p>
            <a:r>
              <a:rPr lang="en-US" dirty="0" err="1" smtClean="0"/>
              <a:t>Streamlit</a:t>
            </a:r>
            <a:r>
              <a:rPr lang="en-US" dirty="0" smtClean="0"/>
              <a:t> used for deployment</a:t>
            </a:r>
          </a:p>
          <a:p>
            <a:r>
              <a:rPr lang="en-US" dirty="0" err="1" smtClean="0"/>
              <a:t>GitHub</a:t>
            </a:r>
            <a:r>
              <a:rPr lang="en-US" dirty="0" smtClean="0"/>
              <a:t> is used for Version Control &amp; Hosting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project follows a structured data analytics pipeline</a:t>
            </a:r>
            <a:r>
              <a:rPr lang="en-IN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Data Collection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Data </a:t>
            </a:r>
            <a:r>
              <a:rPr lang="en-IN" dirty="0"/>
              <a:t>Cleaning (Pandas</a:t>
            </a:r>
            <a:r>
              <a:rPr lang="en-IN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Data </a:t>
            </a:r>
            <a:r>
              <a:rPr lang="en-IN" dirty="0"/>
              <a:t>Analysis (</a:t>
            </a:r>
            <a:r>
              <a:rPr lang="en-IN" dirty="0" err="1"/>
              <a:t>NumPy</a:t>
            </a:r>
            <a:r>
              <a:rPr lang="en-IN" dirty="0"/>
              <a:t>, Pandas</a:t>
            </a:r>
            <a:r>
              <a:rPr lang="en-IN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Data </a:t>
            </a:r>
            <a:r>
              <a:rPr lang="en-IN" dirty="0"/>
              <a:t>Visualization (</a:t>
            </a:r>
            <a:r>
              <a:rPr lang="en-IN" dirty="0" err="1"/>
              <a:t>Matplotlib</a:t>
            </a:r>
            <a:r>
              <a:rPr lang="en-IN" dirty="0"/>
              <a:t>, </a:t>
            </a:r>
            <a:r>
              <a:rPr lang="en-IN" dirty="0" err="1"/>
              <a:t>Seaborn</a:t>
            </a:r>
            <a:r>
              <a:rPr lang="en-IN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Deployment </a:t>
            </a:r>
            <a:r>
              <a:rPr lang="en-IN" dirty="0"/>
              <a:t>(</a:t>
            </a:r>
            <a:r>
              <a:rPr lang="en-IN" dirty="0" err="1"/>
              <a:t>Streamlit</a:t>
            </a:r>
            <a:r>
              <a:rPr lang="en-IN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Version </a:t>
            </a:r>
            <a:r>
              <a:rPr lang="en-IN" dirty="0"/>
              <a:t>Control (</a:t>
            </a:r>
            <a:r>
              <a:rPr lang="en-IN" dirty="0" err="1"/>
              <a:t>GitHub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This </a:t>
            </a:r>
            <a:r>
              <a:rPr lang="en-IN" dirty="0"/>
              <a:t>workflow ensures efficient and systematic analysis.</a:t>
            </a:r>
          </a:p>
        </p:txBody>
      </p:sp>
    </p:spTree>
    <p:extLst>
      <p:ext uri="{BB962C8B-B14F-4D97-AF65-F5344CB8AC3E}">
        <p14:creationId xmlns:p14="http://schemas.microsoft.com/office/powerpoint/2010/main" val="1435711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dirty="0"/>
              <a:t>The dataset contains insurance claim information such as:</a:t>
            </a:r>
          </a:p>
          <a:p>
            <a:pPr marL="0" indent="0">
              <a:buNone/>
            </a:pPr>
            <a:r>
              <a:rPr dirty="0"/>
              <a:t>• Age</a:t>
            </a:r>
          </a:p>
          <a:p>
            <a:pPr marL="0" indent="0">
              <a:buNone/>
            </a:pPr>
            <a:r>
              <a:rPr dirty="0"/>
              <a:t>• Gender</a:t>
            </a:r>
          </a:p>
          <a:p>
            <a:pPr marL="0" indent="0">
              <a:buNone/>
            </a:pPr>
            <a:r>
              <a:rPr dirty="0"/>
              <a:t>• City</a:t>
            </a:r>
          </a:p>
          <a:p>
            <a:pPr marL="0" indent="0">
              <a:buNone/>
            </a:pPr>
            <a:r>
              <a:rPr dirty="0"/>
              <a:t>• Hospital</a:t>
            </a:r>
          </a:p>
          <a:p>
            <a:pPr marL="0" indent="0">
              <a:buNone/>
            </a:pPr>
            <a:r>
              <a:rPr dirty="0"/>
              <a:t>• Disease</a:t>
            </a:r>
          </a:p>
          <a:p>
            <a:pPr marL="0" indent="0">
              <a:buNone/>
            </a:pPr>
            <a:r>
              <a:rPr dirty="0"/>
              <a:t>• Length of stay</a:t>
            </a:r>
          </a:p>
          <a:p>
            <a:pPr marL="0" indent="0">
              <a:buNone/>
            </a:pPr>
            <a:r>
              <a:rPr dirty="0"/>
              <a:t>• Claim date</a:t>
            </a:r>
          </a:p>
          <a:p>
            <a:pPr marL="0" indent="0">
              <a:buNone/>
            </a:pPr>
            <a:r>
              <a:rPr dirty="0"/>
              <a:t>• Total claim amount</a:t>
            </a:r>
          </a:p>
          <a:p>
            <a:pPr marL="0" indent="0">
              <a:buNone/>
            </a:pPr>
            <a:r>
              <a:rPr dirty="0"/>
              <a:t>• Physical activity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Steps performed before analysis:</a:t>
            </a:r>
          </a:p>
          <a:p>
            <a:pPr marL="0" indent="0">
              <a:buNone/>
            </a:pPr>
            <a:r>
              <a:rPr dirty="0"/>
              <a:t>• Checked missing values</a:t>
            </a:r>
          </a:p>
          <a:p>
            <a:pPr marL="0" indent="0">
              <a:buNone/>
            </a:pPr>
            <a:r>
              <a:rPr dirty="0"/>
              <a:t>• Removed duplicate records</a:t>
            </a:r>
          </a:p>
          <a:p>
            <a:pPr marL="0" indent="0">
              <a:buNone/>
            </a:pPr>
            <a:r>
              <a:rPr dirty="0"/>
              <a:t>• Converted </a:t>
            </a:r>
            <a:r>
              <a:rPr dirty="0" err="1"/>
              <a:t>claim_date</a:t>
            </a:r>
            <a:r>
              <a:rPr dirty="0"/>
              <a:t> to </a:t>
            </a:r>
            <a:r>
              <a:rPr dirty="0" err="1"/>
              <a:t>datetime</a:t>
            </a:r>
            <a:r>
              <a:rPr dirty="0"/>
              <a:t> format</a:t>
            </a:r>
          </a:p>
          <a:p>
            <a:pPr marL="0" indent="0">
              <a:buNone/>
            </a:pPr>
            <a:r>
              <a:rPr dirty="0"/>
              <a:t>• Verified column data types</a:t>
            </a:r>
          </a:p>
          <a:p>
            <a:pPr marL="0" indent="0">
              <a:buNone/>
            </a:pPr>
            <a:r>
              <a:rPr dirty="0"/>
              <a:t>• Explored unique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EDA helps understand patterns in the dataset.</a:t>
            </a:r>
          </a:p>
          <a:p>
            <a:pPr marL="0" indent="0">
              <a:buNone/>
            </a:pPr>
            <a:r>
              <a:rPr dirty="0"/>
              <a:t>Analysis performed:</a:t>
            </a:r>
          </a:p>
          <a:p>
            <a:pPr marL="0" indent="0">
              <a:buNone/>
            </a:pPr>
            <a:r>
              <a:rPr dirty="0"/>
              <a:t>• Claims by gender</a:t>
            </a:r>
          </a:p>
          <a:p>
            <a:pPr marL="0" indent="0">
              <a:buNone/>
            </a:pPr>
            <a:r>
              <a:rPr dirty="0"/>
              <a:t>• Claims by hospital</a:t>
            </a:r>
          </a:p>
          <a:p>
            <a:pPr marL="0" indent="0">
              <a:buNone/>
            </a:pPr>
            <a:r>
              <a:rPr dirty="0"/>
              <a:t>• Claims by city</a:t>
            </a:r>
          </a:p>
          <a:p>
            <a:pPr marL="0" indent="0">
              <a:buNone/>
            </a:pPr>
            <a:r>
              <a:rPr dirty="0"/>
              <a:t>• Claims by disease</a:t>
            </a:r>
          </a:p>
          <a:p>
            <a:pPr marL="0" indent="0">
              <a:buNone/>
            </a:pPr>
            <a:r>
              <a:rPr dirty="0"/>
              <a:t>• Claim trends over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Different visualization techniques were used:</a:t>
            </a:r>
          </a:p>
          <a:p>
            <a:pPr marL="0" indent="0">
              <a:buNone/>
            </a:pPr>
            <a:r>
              <a:rPr dirty="0"/>
              <a:t>• Bar Charts</a:t>
            </a:r>
          </a:p>
          <a:p>
            <a:pPr marL="0" indent="0">
              <a:buNone/>
            </a:pPr>
            <a:r>
              <a:rPr dirty="0"/>
              <a:t>• Line Charts</a:t>
            </a:r>
          </a:p>
          <a:p>
            <a:pPr marL="0" indent="0">
              <a:buNone/>
            </a:pPr>
            <a:r>
              <a:rPr dirty="0"/>
              <a:t>• Scatter Plots</a:t>
            </a:r>
          </a:p>
          <a:p>
            <a:pPr marL="0" indent="0">
              <a:buNone/>
            </a:pPr>
            <a:r>
              <a:rPr dirty="0"/>
              <a:t>• Count Plots</a:t>
            </a:r>
          </a:p>
          <a:p>
            <a:pPr marL="0" indent="0">
              <a:buNone/>
            </a:pPr>
            <a:r>
              <a:rPr dirty="0" err="1"/>
              <a:t>Matplotlib</a:t>
            </a:r>
            <a:r>
              <a:rPr dirty="0"/>
              <a:t> and </a:t>
            </a:r>
            <a:r>
              <a:rPr dirty="0" err="1"/>
              <a:t>Seaborn</a:t>
            </a:r>
            <a:r>
              <a:rPr dirty="0"/>
              <a:t> were used to create visual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dirty="0"/>
              <a:t>Length of Stay </a:t>
            </a:r>
            <a:r>
              <a:rPr dirty="0" err="1"/>
              <a:t>vs</a:t>
            </a:r>
            <a:r>
              <a:rPr dirty="0"/>
              <a:t> Total Claim Amount</a:t>
            </a:r>
          </a:p>
          <a:p>
            <a:endParaRPr dirty="0"/>
          </a:p>
          <a:p>
            <a:r>
              <a:rPr dirty="0"/>
              <a:t>A scatter plot was used to study the relationship between hospital stay duration and claim amount.</a:t>
            </a:r>
          </a:p>
          <a:p>
            <a:r>
              <a:rPr dirty="0"/>
              <a:t>Observation: Longer hospital stays tend to increase claim costs.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Important insights obtained from the analysis:</a:t>
            </a:r>
          </a:p>
          <a:p>
            <a:pPr marL="0" indent="0">
              <a:buNone/>
            </a:pPr>
            <a:r>
              <a:rPr dirty="0"/>
              <a:t>• Some hospitals generate higher claim amounts</a:t>
            </a:r>
          </a:p>
          <a:p>
            <a:pPr marL="0" indent="0">
              <a:buNone/>
            </a:pPr>
            <a:r>
              <a:rPr dirty="0"/>
              <a:t>• Longer hospital stays increase claim cost</a:t>
            </a:r>
          </a:p>
          <a:p>
            <a:pPr marL="0" indent="0">
              <a:buNone/>
            </a:pPr>
            <a:r>
              <a:rPr dirty="0"/>
              <a:t>• Certain diseases lead to higher claims</a:t>
            </a:r>
          </a:p>
          <a:p>
            <a:pPr marL="0" indent="0">
              <a:buNone/>
            </a:pPr>
            <a:r>
              <a:rPr dirty="0"/>
              <a:t>• Claim patterns vary across different patient groups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Insurance companies can benefit from analysis by:</a:t>
            </a:r>
          </a:p>
          <a:p>
            <a:pPr marL="0" indent="0">
              <a:buNone/>
            </a:pPr>
            <a:r>
              <a:rPr dirty="0"/>
              <a:t>• Understanding claim patterns</a:t>
            </a:r>
          </a:p>
          <a:p>
            <a:pPr marL="0" indent="0">
              <a:buNone/>
            </a:pPr>
            <a:r>
              <a:rPr dirty="0"/>
              <a:t>• Managing financial risk</a:t>
            </a:r>
          </a:p>
          <a:p>
            <a:pPr marL="0" indent="0">
              <a:buNone/>
            </a:pPr>
            <a:r>
              <a:rPr dirty="0"/>
              <a:t>• Improving policy planning</a:t>
            </a:r>
          </a:p>
          <a:p>
            <a:pPr marL="0" indent="0">
              <a:buNone/>
            </a:pPr>
            <a:r>
              <a:rPr dirty="0"/>
              <a:t>• Making data-driven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Possible improvements for future work:</a:t>
            </a:r>
          </a:p>
          <a:p>
            <a:pPr marL="0" indent="0">
              <a:buNone/>
            </a:pPr>
            <a:r>
              <a:rPr dirty="0"/>
              <a:t>• Predict claim amount using machine learning</a:t>
            </a:r>
          </a:p>
          <a:p>
            <a:pPr marL="0" indent="0">
              <a:buNone/>
            </a:pPr>
            <a:r>
              <a:rPr dirty="0"/>
              <a:t>• Detect insurance fraud</a:t>
            </a:r>
          </a:p>
          <a:p>
            <a:pPr marL="0" indent="0">
              <a:buNone/>
            </a:pPr>
            <a:r>
              <a:rPr dirty="0"/>
              <a:t>• Build dashboards using Power BI or Tableau</a:t>
            </a:r>
          </a:p>
          <a:p>
            <a:pPr marL="0" indent="0">
              <a:buNone/>
            </a:pPr>
            <a:r>
              <a:rPr dirty="0"/>
              <a:t>• Use larger healthcare datasets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demonstrated how Python can be used for </a:t>
            </a:r>
            <a:r>
              <a:rPr lang="en-US" dirty="0" smtClean="0"/>
              <a:t> medical </a:t>
            </a:r>
            <a:r>
              <a:rPr dirty="0" smtClean="0"/>
              <a:t>insurance </a:t>
            </a:r>
            <a:r>
              <a:rPr dirty="0"/>
              <a:t>claim analysis.</a:t>
            </a:r>
          </a:p>
          <a:p>
            <a:r>
              <a:rPr dirty="0"/>
              <a:t>Using </a:t>
            </a:r>
            <a:r>
              <a:rPr dirty="0" err="1"/>
              <a:t>NumPy</a:t>
            </a:r>
            <a:r>
              <a:rPr dirty="0"/>
              <a:t>, Pandas, </a:t>
            </a:r>
            <a:r>
              <a:rPr dirty="0" err="1"/>
              <a:t>Matplotlib</a:t>
            </a:r>
            <a:r>
              <a:rPr dirty="0"/>
              <a:t>, and </a:t>
            </a:r>
            <a:r>
              <a:rPr dirty="0" err="1"/>
              <a:t>Seaborn</a:t>
            </a:r>
            <a:r>
              <a:rPr dirty="0"/>
              <a:t>, the dataset was cleaned, analyzed, and visualized to generate insights.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52" y="1138030"/>
            <a:ext cx="8229600" cy="114300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22" y="2281030"/>
            <a:ext cx="6579704" cy="419797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BY :- Group </a:t>
            </a:r>
            <a:r>
              <a:rPr lang="en-US" dirty="0" smtClean="0"/>
              <a:t>Id-DA23</a:t>
            </a:r>
            <a:endParaRPr lang="en-US" dirty="0" smtClean="0"/>
          </a:p>
          <a:p>
            <a:r>
              <a:rPr lang="en-US" dirty="0"/>
              <a:t>Harsh </a:t>
            </a:r>
            <a:r>
              <a:rPr lang="en-US" dirty="0" err="1"/>
              <a:t>Rathore</a:t>
            </a:r>
            <a:r>
              <a:rPr lang="en-US" dirty="0"/>
              <a:t> - </a:t>
            </a:r>
            <a:r>
              <a:rPr lang="en-US" dirty="0" smtClean="0"/>
              <a:t>EN21CA301021</a:t>
            </a:r>
            <a:endParaRPr lang="en-US" dirty="0" smtClean="0"/>
          </a:p>
          <a:p>
            <a:r>
              <a:rPr lang="en-US" dirty="0" err="1" smtClean="0"/>
              <a:t>Isha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/>
              <a:t> </a:t>
            </a:r>
            <a:r>
              <a:rPr lang="en-US" dirty="0" smtClean="0"/>
              <a:t>- EN21CA301023</a:t>
            </a:r>
          </a:p>
          <a:p>
            <a:r>
              <a:rPr lang="en-US" dirty="0" err="1" smtClean="0"/>
              <a:t>Shivam</a:t>
            </a:r>
            <a:r>
              <a:rPr lang="en-US" dirty="0" smtClean="0"/>
              <a:t> </a:t>
            </a:r>
            <a:r>
              <a:rPr lang="en-US" dirty="0" smtClean="0"/>
              <a:t>Pal - EN21CA301052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Custom 2">
      <a:dk1>
        <a:srgbClr val="2F2B20"/>
      </a:dk1>
      <a:lt1>
        <a:srgbClr val="FFFFFF"/>
      </a:lt1>
      <a:dk2>
        <a:srgbClr val="00B0F0"/>
      </a:dk2>
      <a:lt2>
        <a:srgbClr val="F2F2F2"/>
      </a:lt2>
      <a:accent1>
        <a:srgbClr val="F2F2F2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46</TotalTime>
  <Words>532</Words>
  <Application>Microsoft Office PowerPoint</Application>
  <PresentationFormat>On-screen Show (4:3)</PresentationFormat>
  <Paragraphs>103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Adjacency</vt:lpstr>
      <vt:lpstr>Medical Insurance Claim Analysis </vt:lpstr>
      <vt:lpstr>Introduction</vt:lpstr>
      <vt:lpstr>Problem Statement</vt:lpstr>
      <vt:lpstr>Project Objectives</vt:lpstr>
      <vt:lpstr>Tools &amp; Technologies</vt:lpstr>
      <vt:lpstr>Project Architecture</vt:lpstr>
      <vt:lpstr>Dataset Description</vt:lpstr>
      <vt:lpstr>Data Preprocessing</vt:lpstr>
      <vt:lpstr>Exploratory Data Analysis</vt:lpstr>
      <vt:lpstr>Visualization Techniques</vt:lpstr>
      <vt:lpstr>Example Analysis</vt:lpstr>
      <vt:lpstr>Key Business Insights</vt:lpstr>
      <vt:lpstr>Benefits of Data Analysis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Claim Data Analysis Using Python</dc:title>
  <dc:subject/>
  <dc:creator/>
  <cp:keywords/>
  <dc:description>generated using python-pptx</dc:description>
  <cp:lastModifiedBy>GK</cp:lastModifiedBy>
  <cp:revision>12</cp:revision>
  <dcterms:created xsi:type="dcterms:W3CDTF">2013-01-27T09:14:16Z</dcterms:created>
  <dcterms:modified xsi:type="dcterms:W3CDTF">2026-04-25T08:08:32Z</dcterms:modified>
  <cp:category/>
</cp:coreProperties>
</file>